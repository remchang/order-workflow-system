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《开源软件与新技术》</a:t>
            </a:r>
          </a:p>
          <a:p>
            <a:pPr>
              <a:defRPr sz="2500" b="1">
                <a:solidFill>
                  <a:srgbClr val="FFFFFF"/>
                </a:solidFill>
                <a:latin typeface="微软雅黑"/>
              </a:defRPr>
            </a:pPr>
            <a:r>
              <a:t>实验06 开源工作流自动化与服务集成系统</a:t>
            </a:r>
          </a:p>
          <a:p>
            <a:pPr>
              <a:defRPr sz="1300" b="0">
                <a:solidFill>
                  <a:srgbClr val="DDDDFF"/>
                </a:solidFill>
                <a:latin typeface="微软雅黑"/>
              </a:defRPr>
            </a:pPr>
            <a:r>
              <a:t>课程实验成品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201168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实验06 开源工作流自动化与服务集成系统</a:t>
            </a:r>
          </a:p>
          <a:p>
            <a:pPr>
              <a:defRPr sz="1500" b="0">
                <a:solidFill>
                  <a:srgbClr val="64748B"/>
                </a:solidFill>
                <a:latin typeface="微软雅黑"/>
              </a:defRPr>
            </a:pPr>
            <a:r>
              <a:t>Node-RED 5.0.7 编排 + FastAPI 独立库存服务，实现幂等、事务与异常分类</a:t>
            </a:r>
          </a:p>
          <a:p>
            <a:pPr>
              <a:defRPr sz="10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defRPr sz="1400" b="1">
                <a:solidFill>
                  <a:srgbClr val="4F46E5"/>
                </a:solidFill>
                <a:latin typeface="微软雅黑"/>
              </a:defRPr>
            </a:pPr>
            <a:r>
              <a:t>王锐兵（软件2304，学号 23110506126）</a:t>
            </a:r>
          </a:p>
          <a:p>
            <a:pPr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仓库：github.com/remchang/order-workflow-system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1. 解决什么实际问题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物资领用这种轻流程通常散落在聊天记录和 Excel 里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三个具体麻烦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网络慢时申请人点了两次 → **库存被扣两次**，事后极难发现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请求超时了，不知道该不该重试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规则改过以后，没人说清「当时是按哪条上限批的」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目标：两个独立进程 + 一条 HTTP 契约，把这三个问题都解决掉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「防重复点击」是体验优化，不是幂等保证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2. 用了哪个开源项目、固定在哪个版本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Node-RED **5.0.7**（Apache-2.0）—— 固定版本，项目本地安装不用 -g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FastAPI（MIT）+ Uvicorn（BSD-3-Clause）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Node.js 22.22.2（Node-RED 5.0.7 要求 ≥ 22.9，脚本里做了版本检查并拒绝硬装）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上游能力 vs 我实现的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上游 Node-RED：HTTP In/Response、Function、Switch、HTTP Request、Catch 节点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上游 FastAPI：框架、路由、OpenAPI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**我实现**：业务规则、数据模型、SQLite 事务、幂等、操作界面、测试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不能把上游已有节点写成本人开发成果 —— NOTICE.md 里有逐项对照表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3. 基线是什么样 vs 我改了什么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Node-RED 不是现成的订单或库存系统，它是事件驱动编程工具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我实现的部分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商品与库存模型（11 种商品，含充足/低库存/零库存三种状态）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库存预留业务接口与状态码契约（400/404/409/422/503）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SQLite 事务 + request_id 唯一约束 + 幂等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领用上限规则与规则版本记录（自主功能）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操作页面（表单/列表/筛选/详情/错误反馈）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编排主链路、错误分类、超时引导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61 条测试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数据所有权划清了：Node-RED 不许碰 kucun.db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4. 自主功能与三个关键设计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自主功能：领用上限规则 + 规则版本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单次上限 danci_zuida、单类累计上限 meilei_zuida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每次修改产生新版本，**每笔记录都写清当时用了哪一版**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规则校验放在扣减**之前** —— 被拒的请求绝不能动库存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关键设计一：幂等 = 编号 + 内容双绑定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同号同内容 → 返回原结果，标记 chongfu，不重复扣减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同号不同内容 → 409（否则会产生「假成功」）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关键设计二：不超卖靠条件更新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UPDATE ... WHERE kucun &gt;= ?，检查受影响行数，为 0 必须回滚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只按编号去重会产生最危险的一类假成功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5. 核心流程与错误分类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主链路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页面提交 → Function 形状校验（2 路输出）→ HTTP Request 调库存服务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→ Function 按状态码分类 → HTTP Response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状态码语义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2xx 成功 / 409 业务拒绝 / 404 商品不存在 / 400 请求问题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**5xx → 502 依赖失败**：和业务拒绝分开，调用方决策完全不同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超时 ≠ 失败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Catch 节点返回「结果未知，先用同一个编号查询再决定」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Context vs SQLite（最容易混淆的地方）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文件 Context：有刷盘窗口、无事务、无唯一约束 → 只能存参考信息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SQLite：事务、唯一约束、条件更新原子性 → 业务数据必须在这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超时只说明「我没等到回包」，不代表「对方没执行」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6. 一段代码 + 一项测试结果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条件更新 + 检查受影响行数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如果「先 SELECT 查够不够，再 UPDATE」，两条并发会都读到「够」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把条件写进 WHERE 让数据库自己原子判断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rowcount != 1 说明被抢先 → 立即回滚并返回 409，**绝不返回成功**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并发测试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库存 3，两个线程各申请 2 → 断言恰好一条成功、库存为 1 而非 -1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测试结果（真实执行）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pytest tests -q → **61 passed in 45.63s**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契约 22 条 / 编排静态验证 14 条 / 库存与幂等 20 条 / 规则 5 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7. 踩过的坑与未解决风险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**规则版本没生效，被拒的请求照样扣了库存**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生效时间戳只精确到秒，同一个秒内建的两版排序不确定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测试报 assert 51 == 60（库存被扣了 9）才发现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手测永远发现不了 —— 人手点两下至少隔几秒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改用微秒精度 ISO 时间戳后解决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其他坑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.gitignore 里 `data/` + `!data/README.md` 不生效（Git 不进被忽略的目录）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种子脚本差点写成会还原库存，冲掉测试证据（改成 INSERT OR IGNORE）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本机未实跑 Node-RED（依赖约 80MB），编排层只有静态验证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自动化测试不只是回归保护，它还会跑到人手速到不了的状态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8. 开发计划与 Git 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8 个非合并提交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chore(baseline) 锁定 node-red 5.0.7 + 基线流程 + 配置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feat(service) 库存服务：事务、幂等、种子数据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feat(flows) 编排、校验分支、错误分类、Catch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feat(web) 操作页面（与 API 同源，避免 CORS）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feat(guize) 领用上限规则 + 版本记录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test(tests) 61 条 pytest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feat(scripts) 安装/启动/停止/种子/演示/测试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docs README / 实验报告 / 测试记录 / Issue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证据：8 个 Issue，特性分支 feature/order-workflow，PR #9 已合并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17 项自我 Code Review 清单，逐条对着「数据所有权」检查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9. 后续改进方向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换 PostgreSQL：解决多实例部署时的分布式一致性问题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加认证与权限（现在 1880 只绑回环，对外开放前必须补）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实现带间隔的有限重试（幂等已验证过，可以加了）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把 Node-RED 放进 CI 做真正的端到端自动化测试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加操作审计日志（谁在什么时候改了哪条规则）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SQLite 只适合单机，不等于解决了分布式事务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